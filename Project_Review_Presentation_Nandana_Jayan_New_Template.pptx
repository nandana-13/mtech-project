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594360"/>
            <a:ext cx="1417320" cy="141732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489204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94360"/>
            <a:ext cx="64008" cy="5257800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6400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0898B"/>
                </a:solidFill>
                <a:latin typeface="Aptos"/>
              </a:defRPr>
            </a:pPr>
            <a:r>
              <a:t>PROJECT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436FAE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197864"/>
            <a:ext cx="6080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t>Agentic AI-Based Construction Schedule</a:t>
            </a:r>
            <a:br/>
            <a:r>
              <a:t>Disruption Analysis and Recovery Planning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20898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09544"/>
            <a:ext cx="6080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t>An Explainable RAG Framework for Enterprise Policy</a:t>
            </a:r>
            <a:br/>
            <a:r>
              <a:t>Change Impact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0574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87000" y="20574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333756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20" y="45720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87000" y="45720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88552" y="2176272"/>
            <a:ext cx="1298448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37776" y="2304288"/>
            <a:ext cx="22860" cy="1033271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37776" y="3337560"/>
            <a:ext cx="649224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88552" y="4700016"/>
            <a:ext cx="521207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3593592"/>
            <a:ext cx="22860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37776" y="3593592"/>
            <a:ext cx="649224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5577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F7E8F"/>
                </a:solidFill>
                <a:latin typeface="Aptos"/>
              </a:defRPr>
            </a:pPr>
            <a:r>
              <a:t>AI • ML • RAG •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1447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t>Nandana Jayan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436FAE"/>
                </a:solidFill>
                <a:latin typeface="Aptos"/>
              </a:defRPr>
            </a:pPr>
            <a:r>
              <a:t>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Agentic AI for Dynamic Construction Schedule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>
                <a:solidFill>
                  <a:srgbClr val="6F7E8F"/>
                </a:solidFill>
                <a:latin typeface="Aptos"/>
              </a:defRPr>
            </a:pPr>
            <a:r>
              <a:t>Nandana Jayan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A5CD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E2EBF3"/>
                </a:solidFill>
                <a:latin typeface="Aptos"/>
              </a:defRPr>
            </a:pPr>
            <a:r>
              <a:t>Construction projects can be disrupted by material shortages, resource unavailability and other unexpected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C2D2E0"/>
                </a:solidFill>
                <a:latin typeface="Aptos"/>
              </a:defRPr>
            </a:pPr>
            <a:r>
              <a:t>Current scheduling tools mainly identify delays rather than automatically planning and comparing recovery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436FA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1305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305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Identify the impact of disruptions on activities and dependencies.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044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0449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Create multiple feasible recovery strategies using an AI agent.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39593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9593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Compare plans using time, cost, resources and constraints.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4873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737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Select the most suitable recovery plan with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436FAE"/>
                </a:solidFill>
                <a:latin typeface="Aptos"/>
              </a:defRPr>
            </a:pPr>
            <a:r>
              <a:t>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>
                <a:solidFill>
                  <a:srgbClr val="6F7E8F"/>
                </a:solidFill>
                <a:latin typeface="Aptos"/>
              </a:defRPr>
            </a:pPr>
            <a:r>
              <a:t>Nandana Jayan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PSPLIB / project-scheduling benchmark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Activities, durations, precedence relationships and resource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Ghent University project-scheduling data for additional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Controlled disruptions such as activity delays and resource shortages.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508760"/>
            <a:ext cx="3611880" cy="50292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2441448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LangGraph / LangChain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OR-Tools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4818888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0488" y="4928616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2221991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An agentic system that understands a disrupted project state.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7072" y="2935224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Generates and evaluates alternative recovery plans.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7072" y="3648456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Recommends the best feasible recovery strategy.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4361688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Explains why the selected plan is preferred.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20898B"/>
                </a:solidFill>
                <a:latin typeface="Aptos"/>
              </a:defRPr>
            </a:pPr>
            <a:r>
              <a:t>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Explainable RAG for Enterprise Policy Change Impact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>
                <a:solidFill>
                  <a:srgbClr val="6F7E8F"/>
                </a:solidFill>
                <a:latin typeface="Aptos"/>
              </a:defRPr>
            </a:pPr>
            <a:r>
              <a:t>Nandana Jayan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CDEFE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Enterprise policies change over time and often contain references, dependencies and requirements that span multiple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45152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DAEFEE"/>
                </a:solidFill>
                <a:latin typeface="Aptos"/>
              </a:defRPr>
            </a:pPr>
            <a:r>
              <a:t>Traditional document search may retrieve information but does not clearly trace changes and their impact across related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0898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1305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305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Find relevant policy clauses and versions using RAG.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044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0449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Detect and compare changes between policy versions.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39593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9593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Represent relationships between policies, clauses and requirements.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4873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7375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Provide evidence-grounded, traceable impact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20898B"/>
                </a:solidFill>
                <a:latin typeface="Aptos"/>
              </a:defRPr>
            </a:pPr>
            <a:r>
              <a:t>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>
                <a:solidFill>
                  <a:srgbClr val="6F7E8F"/>
                </a:solidFill>
                <a:latin typeface="Aptos"/>
              </a:defRPr>
            </a:pPr>
            <a:r>
              <a:t>Nandana Jayan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Public regulatory / policy document corpus such as ObliQA.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Policy documents and clauses form the RAG knowledge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Metadata: policy ID, version, date and domain.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Structured annotations for policy changes and inter-policy relationships.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508760"/>
            <a:ext cx="3611880" cy="50292"/>
          </a:xfrm>
          <a:prstGeom prst="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2441448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LangChain / LlamaIndex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FAISS / ChromaDB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NetworkX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4818888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0488" y="4928616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62856" y="544068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62856" y="5550408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7072" y="2221991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PolicyGraph-based explainable RAG system.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7072" y="2935224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Identifies policy changes and related or affected policies.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3648456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Retrieves supporting evidence for each conclusion.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072" y="4361688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t>Generates clear, traceable impact explanations.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