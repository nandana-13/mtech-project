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6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22860" cy="4526280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9144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E5EBF1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1060704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6F76"/>
                </a:solidFill>
                <a:latin typeface="Aptos"/>
              </a:defRPr>
            </a:pPr>
            <a:r>
              <a:t>PROJECT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5648" y="1371600"/>
            <a:ext cx="9646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B44"/>
                </a:solidFill>
                <a:latin typeface="Aptos Display"/>
              </a:defRPr>
            </a:pPr>
            <a:r>
              <a:t>Agentic AI-Based Construction Schedule</a:t>
            </a:r>
            <a:br/>
            <a:r>
              <a:t>Disruption Analysis and Recovery Planning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755648" y="2505456"/>
            <a:ext cx="9555480" cy="10972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46120"/>
            <a:ext cx="9144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E5EBF1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3282696"/>
            <a:ext cx="1234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6F76"/>
                </a:solidFill>
                <a:latin typeface="Aptos"/>
              </a:defRPr>
            </a:pPr>
            <a:r>
              <a:t>PROJECT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3593591"/>
            <a:ext cx="9646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82B44"/>
                </a:solidFill>
                <a:latin typeface="Aptos Display"/>
              </a:defRPr>
            </a:pPr>
            <a:r>
              <a:t>An Explainable RAG Framework for Enterprise Policy</a:t>
            </a:r>
            <a:br/>
            <a:r>
              <a:t>Change Impact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5648" y="4727448"/>
            <a:ext cx="9555480" cy="10972"/>
          </a:xfrm>
          <a:prstGeom prst="rect">
            <a:avLst/>
          </a:prstGeom>
          <a:solidFill>
            <a:srgbClr val="E5E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5648" y="614476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97789"/>
                </a:solidFill>
                <a:latin typeface="Aptos"/>
              </a:defRPr>
            </a:pPr>
            <a:r>
              <a:t>Nandana Jayan</a:t>
            </a:r>
          </a:p>
        </p:txBody>
      </p:sp>
      <p:sp>
        <p:nvSpPr>
          <p:cNvPr id="13" name="Oval 12"/>
          <p:cNvSpPr/>
          <p:nvPr/>
        </p:nvSpPr>
        <p:spPr>
          <a:xfrm>
            <a:off x="11045952" y="6108192"/>
            <a:ext cx="118872" cy="118872"/>
          </a:xfrm>
          <a:prstGeom prst="ellipse">
            <a:avLst/>
          </a:prstGeom>
          <a:solidFill>
            <a:srgbClr val="2B6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Project 1 — Agentic AI for Dynamic Construction Schedule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73152" cy="448056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0876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C5DA0"/>
                </a:solidFill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48920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Construction projects face unexpected delays due to material shortages, resource unavailability and other disruptions.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Existing scheduling systems mainly identify delays, but do not automatically generate and evaluate recovery plans.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325880"/>
            <a:ext cx="73152" cy="4480560"/>
          </a:xfrm>
          <a:prstGeom prst="rect">
            <a:avLst/>
          </a:prstGeom>
          <a:solidFill>
            <a:srgbClr val="1C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50876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8285"/>
                </a:solidFill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8920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Detect the impact of disruptions on activities and dependencies.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Generate multiple recovery strategies using an AI agent.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Evaluate strategies using completion time, cost, resources and constraints.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Recommend the most suitable feasible recovery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Project 1 — Dataset, Technology &amp; Expected Outcome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52628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1732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C5DA0"/>
                </a:solidFill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92808"/>
            <a:ext cx="3154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PSPLIB / project-scheduling benchmark data.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Activities, durations, precedence relationships and resource requirements.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Ghent University project-scheduling data for additional real-project validation.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Controlled disruptions: activity delays, resource shortages and changing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4526280"/>
          </a:xfrm>
          <a:prstGeom prst="rect">
            <a:avLst/>
          </a:prstGeom>
          <a:solidFill>
            <a:srgbClr val="1C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41732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8285"/>
                </a:solidFill>
              </a:defRPr>
            </a:pPr>
            <a:r>
              <a:t>Tech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1892808"/>
            <a:ext cx="3154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Python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LangGraph / LangChain + LLM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OR-Tools for scheduling / optimization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Pandas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FastAPI + Streamlit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Docker + Git/GitHub + CI/CD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23444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234440"/>
            <a:ext cx="73152" cy="452628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2" y="1417320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C5DA0"/>
                </a:solidFill>
              </a:defRPr>
            </a:pPr>
            <a:r>
              <a:t>Expected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892808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An agentic system that understands a disrupted project state.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Generates and evaluates alternative recovery plans.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Recommends the best feasible recovery strategy.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Provides an explanation of the selected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Project 2 — PolicyGraph: Explainable RAG for Policy Change &amp; Impact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73152" cy="4480560"/>
          </a:xfrm>
          <a:prstGeom prst="rect">
            <a:avLst/>
          </a:prstGeom>
          <a:solidFill>
            <a:srgbClr val="1C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0876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8285"/>
                </a:solidFill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48920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Organizations maintain many policies that change over time and may be connected through references and requirements.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Conventional document search can find relevant information but may not clearly identify policy changes and their impact on related policies.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325880"/>
            <a:ext cx="73152" cy="448056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508760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C5DA0"/>
                </a:solidFill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48920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Retrieve relevant policy clauses and versions using RAG.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Detect and compare changes between policy versions.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Represent relationships between policies, clauses and requirements as a graph.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Provide evidence-grounded explanations of affected policies and changes.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Project 2 — Dataset, Technology &amp; Expected Outcome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3152" cy="4526280"/>
          </a:xfrm>
          <a:prstGeom prst="rect">
            <a:avLst/>
          </a:prstGeom>
          <a:solidFill>
            <a:srgbClr val="1C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1732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8285"/>
                </a:solidFill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92808"/>
            <a:ext cx="3154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Public regulatory / policy document corpus such as ObliQA.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Policy documents and their clauses form the RAG knowledge base.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Metadata: policy ID, version, date and domain.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Structured annotations for policy changes and inter-policy relationships.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452628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41732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C5DA0"/>
                </a:solidFill>
              </a:defRPr>
            </a:pPr>
            <a:r>
              <a:t>Tech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1892808"/>
            <a:ext cx="31546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Python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LangChain / LlamaIndex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Sentence Transformers embeddings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FAISS / ChromaDB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NetworkX for PolicyGraph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LLM + Streamlit + FastAPI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Docker + Git/GitHub + CI/CD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23444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234440"/>
            <a:ext cx="73152" cy="4526280"/>
          </a:xfrm>
          <a:prstGeom prst="rect">
            <a:avLst/>
          </a:prstGeom>
          <a:solidFill>
            <a:srgbClr val="1C8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2" y="1417320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C8285"/>
                </a:solidFill>
              </a:defRPr>
            </a:pPr>
            <a:r>
              <a:t>Expected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892808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A PolicyGraph-based explainable RAG system.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Identifies policy changes and related/affected policies.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Retrieves supporting evidence for each conclusion.</a:t>
            </a:r>
          </a:p>
          <a:p>
            <a:pPr>
              <a:spcAft>
                <a:spcPts val="900"/>
              </a:spcAft>
              <a:defRPr sz="1300">
                <a:solidFill>
                  <a:srgbClr val="2D3748"/>
                </a:solidFill>
              </a:defRPr>
            </a:pPr>
            <a:r>
              <a:t>• Generates clear, traceable impact explanations.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